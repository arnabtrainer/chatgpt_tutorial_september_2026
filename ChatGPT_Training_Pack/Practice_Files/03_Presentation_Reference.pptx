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608" r:id="rId5"/>
    <p:sldId id="609" r:id="rId6"/>
    <p:sldId id="405" r:id="rId7"/>
    <p:sldId id="420" r:id="rId8"/>
    <p:sldId id="417" r:id="rId9"/>
    <p:sldId id="409" r:id="rId10"/>
    <p:sldId id="374" r:id="rId11"/>
    <p:sldId id="410" r:id="rId12"/>
    <p:sldId id="3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99C64-257D-3CF8-307B-C064A9FD30FD}" name="Hem" initials="HV" userId="S::hem@codebasics.io::bea3b344-f516-4190-a918-690af99159cb" providerId="AD"/>
  <p188:author id="{14DC20F0-DF08-BF13-326D-99DF121BFC3F}" name="Satya Sravani" initials="SS" userId="S::satya@codebasics.io::5c51036d-9669-4df2-8c71-663b5e5d9b4e" providerId="AD"/>
  <p188:author id="{AE33FAF6-3CE3-E5E2-32DD-CDF414B84266}" name="Aditya" initials="Ad" userId="S::aditya@codebasics.io::3497135c-7165-4578-8828-c6a26bbf1d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52C"/>
    <a:srgbClr val="19192F"/>
    <a:srgbClr val="1D0F27"/>
    <a:srgbClr val="7373B5"/>
    <a:srgbClr val="484888"/>
    <a:srgbClr val="343462"/>
    <a:srgbClr val="1D107E"/>
    <a:srgbClr val="E5C959"/>
    <a:srgbClr val="DE8540"/>
    <a:srgbClr val="5CB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val Patel" userId="c6bc9a3d-7f74-4890-bdc7-ab3b9bbda805" providerId="ADAL" clId="{14902164-DD85-4FD1-9088-72804F0B40E7}"/>
    <pc:docChg chg="delSld delSection modSection">
      <pc:chgData name="Dhaval Patel" userId="c6bc9a3d-7f74-4890-bdc7-ab3b9bbda805" providerId="ADAL" clId="{14902164-DD85-4FD1-9088-72804F0B40E7}" dt="2026-06-19T12:14:06.906" v="3" actId="47"/>
      <pc:docMkLst>
        <pc:docMk/>
      </pc:docMkLst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96047980" sldId="34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610632656" sldId="37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683426830" sldId="37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98826786" sldId="37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55121827" sldId="37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69642540" sldId="38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282644765" sldId="38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22096286" sldId="398"/>
        </pc:sldMkLst>
      </pc:sldChg>
      <pc:sldChg chg="del">
        <pc:chgData name="Dhaval Patel" userId="c6bc9a3d-7f74-4890-bdc7-ab3b9bbda805" providerId="ADAL" clId="{14902164-DD85-4FD1-9088-72804F0B40E7}" dt="2026-06-19T12:14:05.943" v="2" actId="47"/>
        <pc:sldMkLst>
          <pc:docMk/>
          <pc:sldMk cId="745777331" sldId="407"/>
        </pc:sldMkLst>
      </pc:sldChg>
      <pc:sldChg chg="del">
        <pc:chgData name="Dhaval Patel" userId="c6bc9a3d-7f74-4890-bdc7-ab3b9bbda805" providerId="ADAL" clId="{14902164-DD85-4FD1-9088-72804F0B40E7}" dt="2026-06-19T12:14:06.906" v="3" actId="47"/>
        <pc:sldMkLst>
          <pc:docMk/>
          <pc:sldMk cId="61884065" sldId="40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180989841" sldId="41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507788722" sldId="41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567078420" sldId="41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268405819" sldId="41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215070798" sldId="41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424040531" sldId="42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27499100" sldId="43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72920332" sldId="43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68074316" sldId="43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65265718" sldId="43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706534209" sldId="43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25321718" sldId="43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5384132" sldId="44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40047008" sldId="44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80567072" sldId="44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32166775" sldId="44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19438575" sldId="45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373491477" sldId="45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85980715" sldId="45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201704153" sldId="45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6225762" sldId="46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804218920" sldId="46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73723979" sldId="46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482179995" sldId="46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928237412" sldId="46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539667338" sldId="47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853973383" sldId="47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065456621" sldId="47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489951807" sldId="48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306383402" sldId="48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677975277" sldId="48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793344497" sldId="48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80496334" sldId="48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48540828" sldId="52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934114821" sldId="52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624478772" sldId="53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591470604" sldId="53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345616044" sldId="53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72565633" sldId="53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4945891" sldId="53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913453233" sldId="540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65415012" sldId="54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161513223" sldId="54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069641885" sldId="54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257965507" sldId="54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080827242" sldId="54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086487857" sldId="54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3990262630" sldId="55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683415027" sldId="55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921836242" sldId="555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781923428" sldId="561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1766926916" sldId="562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038372087" sldId="563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190385113" sldId="564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2934698751" sldId="566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202037021" sldId="567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596833286" sldId="568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497197022" sldId="569"/>
        </pc:sldMkLst>
      </pc:sldChg>
      <pc:sldChg chg="del">
        <pc:chgData name="Dhaval Patel" userId="c6bc9a3d-7f74-4890-bdc7-ab3b9bbda805" providerId="ADAL" clId="{14902164-DD85-4FD1-9088-72804F0B40E7}" dt="2026-06-19T12:13:33.020" v="0" actId="47"/>
        <pc:sldMkLst>
          <pc:docMk/>
          <pc:sldMk cId="969678095" sldId="5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05CF2F-309D-8E19-E7E8-8B90E3AC57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D362E-C94A-8626-C9C6-0075296BA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4C63E-FB18-4E26-BB86-09015304BB2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7B09-F0E2-A918-07A3-5B1349E20E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5D758-6767-AC06-A62B-E2A756BFE7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IN"/>
          </a:p>
          <a:p>
            <a:r>
              <a:rPr lang="en-IN"/>
              <a:t>Codebasics INC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32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DD25-F74E-4AFC-A1BD-2280AAE537E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8CA65-A871-48DA-87AE-B3F6FAF72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95EF-D635-2CB4-AA6B-AB0A62D6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061A9-E117-CCB0-84C4-0A36E0396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4DE7-213B-F248-3116-EDE42EB71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21611-8FAA-9F9E-8BF4-8C63C467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2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03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4789-62F5-50DC-E010-87D95F16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66188-801C-0FBE-CDB0-2B78769BA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49039-FD8B-0737-1411-95D138797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Have you </a:t>
            </a:r>
            <a:r>
              <a:rPr lang="en-IN" err="1"/>
              <a:t>wonderered</a:t>
            </a:r>
            <a:r>
              <a:rPr lang="en-IN"/>
              <a:t> that you spending 1 week  in a vacation flies so fast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/>
            </a:br>
            <a:r>
              <a:rPr lang="en-IN"/>
              <a:t>----</a:t>
            </a: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91005-ED11-7151-43A4-815A9C417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70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FA35-D6DC-8995-8685-F74E7366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19481-BA38-0FC2-D59F-E04EDB05D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79D6F-A4FD-9239-7136-4D7448AB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Have you </a:t>
            </a:r>
            <a:r>
              <a:rPr lang="en-IN" err="1"/>
              <a:t>wonderered</a:t>
            </a:r>
            <a:r>
              <a:rPr lang="en-IN"/>
              <a:t> that you spending 1 week  in a vacation flies so fast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/>
            </a:br>
            <a:r>
              <a:rPr lang="en-IN"/>
              <a:t>----</a:t>
            </a: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FCAD-C378-A80B-3978-577CA10DB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4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994C-8A23-F5C3-0567-FC49C11C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6C5AE-4D73-106E-20E1-5FDD7BA9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F8384-ED7C-D9E3-A47B-1C2595669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But psychologically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9351A-90E5-6CEE-B803-6781EAA7C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5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0F58-F020-4265-E151-AE85B5B6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A9E05-49E8-8694-C4C7-56B1FEBCC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B73DB-F55F-A186-A485-D3584E15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/>
              <a:buNone/>
            </a:pPr>
            <a:r>
              <a:rPr lang="en-IN"/>
              <a:t>So fundamentally you cannot expand time but  (image 1)</a:t>
            </a:r>
          </a:p>
          <a:p>
            <a:pPr marL="914400" lvl="2" indent="0">
              <a:buFont typeface="Arial"/>
              <a:buNone/>
            </a:pPr>
            <a:endParaRPr lang="en-IN"/>
          </a:p>
          <a:p>
            <a:pPr marL="914400" lvl="2" indent="0">
              <a:buFont typeface="Arial"/>
              <a:buNone/>
            </a:pPr>
            <a:r>
              <a:rPr lang="en-IN"/>
              <a:t>you can expand your presence in it. (image 2)</a:t>
            </a:r>
          </a:p>
          <a:p>
            <a:pPr marL="914400" lvl="2" indent="0">
              <a:buFont typeface="Arial"/>
              <a:buNone/>
            </a:pPr>
            <a:endParaRPr lang="en-IN"/>
          </a:p>
          <a:p>
            <a:endParaRPr lang="en-US" sz="9600"/>
          </a:p>
          <a:p>
            <a:r>
              <a:rPr lang="en-US" sz="9600"/>
              <a:t>-----</a:t>
            </a:r>
            <a:br>
              <a:rPr lang="en-US" sz="9600"/>
            </a:br>
            <a:br>
              <a:rPr lang="en-US" sz="9600"/>
            </a:br>
            <a:r>
              <a:rPr lang="en-US" sz="9600"/>
              <a:t>So if you expand your presence in the time frame, you get more productive and end up doing more stuff.</a:t>
            </a:r>
            <a:br>
              <a:rPr lang="en-US" sz="9600"/>
            </a:br>
            <a:br>
              <a:rPr lang="en-US" sz="9600"/>
            </a:br>
            <a:r>
              <a:rPr lang="en-US" sz="9600"/>
              <a:t>Just understand this fundamental folks</a:t>
            </a:r>
          </a:p>
          <a:p>
            <a:endParaRPr lang="en-US" sz="9600"/>
          </a:p>
          <a:p>
            <a:r>
              <a:rPr lang="en-US" sz="9600"/>
              <a:t>You cannot expand time</a:t>
            </a:r>
          </a:p>
          <a:p>
            <a:r>
              <a:rPr lang="en-US" sz="9600"/>
              <a:t>But only expand your presence in </a:t>
            </a:r>
            <a:r>
              <a:rPr lang="en-US" sz="9600" err="1"/>
              <a:t>ti</a:t>
            </a:r>
            <a:r>
              <a:rPr lang="en-US" sz="9600"/>
              <a:t>.</a:t>
            </a:r>
          </a:p>
          <a:p>
            <a:endParaRPr lang="en-US" sz="9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5557E-A932-0E66-23A0-A7CD0DB26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93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4ED2-538C-44F8-F0E4-B637E028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0BDC8-F337-1E9E-6400-EFBA3DB5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B646B-6B29-782E-490B-17855EFE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600"/>
          </a:p>
          <a:p>
            <a:r>
              <a:rPr lang="en-US" sz="9600"/>
              <a:t>In the next lecture, we are going to see how to get more time with two components of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FFF5E-7CCA-4097-BAD0-6768BAA9F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0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CF05-39BE-C02E-11FE-EDFE7778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150D6-8D89-CCB9-A0A0-EF6EFFC2A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08702-3D3A-F6C3-B88F-9069C750C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/>
              <a:buNone/>
            </a:pPr>
            <a:r>
              <a:rPr lang="en-IN"/>
              <a:t>Time is governed by two factors: Attention &amp; Energy</a:t>
            </a:r>
            <a:endParaRPr lang="en-US"/>
          </a:p>
          <a:p>
            <a:pPr marL="2057400" lvl="2" indent="-1143000">
              <a:buFont typeface="Arial"/>
              <a:buChar char="•"/>
            </a:pPr>
            <a:r>
              <a:rPr lang="en-IN"/>
              <a:t>Breakdown attention and energy</a:t>
            </a:r>
            <a:endParaRPr lang="en-US"/>
          </a:p>
          <a:p>
            <a:endParaRPr lang="en-US" sz="9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BA526-EE70-8163-C31F-69CFDF089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8CA65-A871-48DA-87AE-B3F6FAF72C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2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EB09-05A3-034A-B271-A069D84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FF230-51AE-FA6F-F303-22CB5869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8991-8B52-111B-277C-D2BC39A7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222A-48C6-4D0D-B7B2-FFF718F16799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86AB-EA46-08A1-0642-CD760998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3D9B-DABA-1B5A-7D77-6373EBA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6363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51D-BFC9-2927-643D-1AD0944D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F91-1D21-AB05-32BF-1391A6F2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A2AC-4153-420B-625A-0FDA5CC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1973B-11E6-4DFC-8A22-E60677D6D019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8C1E-299D-7C27-A245-6845C90B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816C-B2A1-7C64-1017-92EC6CEF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355337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CBE-D462-7A7B-2B28-331B9705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7CAB-CAF4-9D4B-E984-68AD807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2323-E92A-8DFC-FB3B-76F8647F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A2F3-6AD9-4378-9414-A5F06E30E7BC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229E-D1F7-E54C-BDB1-884347E4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975-2D9F-47FA-C46B-52701AC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0757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068-C8B1-BC18-5FAB-F454E38E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2E0C-A4A0-E522-654A-F6212634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8E5E-D5BB-9BED-36E3-20C7B71F2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B536-C43D-7C3B-B0EB-BB8712F0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BCDEE-42D3-473E-B8FD-F8FBB5D631A2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B5C2-B9A5-8936-06EB-C84C892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9F7-9ED3-3584-F2DA-E31B2AA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2486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D1B-93C4-945D-313E-7950DA25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3528-E9B3-FCE8-C2A7-4CD88C1E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4F9-5049-AAD5-B244-00DB1181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2221-7439-4A84-AA24-AB9221424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59D3B-47F7-ACC7-D444-706CC655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A234-BB6E-1DE8-AFD8-6CEB04C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D2A-8BC7-4640-A9CD-7E50DA72B340}" type="datetime1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D9279-D352-3404-1743-C3010F5B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DB91F-787B-E81E-E7AB-83FB99E1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1257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D42-CB9D-17BA-93B5-55EBC43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1555-995D-5B07-F6B0-3E40E4F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E8222-6C7D-4F0B-8203-15AF990A2274}" type="datetime1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551C-87E2-A682-D4AA-51AF51CA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CDE40-3AD8-E10F-447D-7FC6CF7E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6633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F3C52-5CCC-718A-BDE9-F533B14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6049-DA79-447D-B33E-1D891B54E06C}" type="datetime1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3893-BD13-E920-6D71-EC06A1A4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BC39-0F9F-4B50-8518-64FC531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3474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ACBA-A321-401B-AF16-1726978C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1110-1A0A-A71F-B8C6-7CA74420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2BB8-346A-2107-93E8-396A7605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8CA44-9BA2-19C9-916D-26A7956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91A9F-F06D-4B8D-84CC-05A86606CA9D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F881-9CF5-2C10-DE46-C12E9F61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6898-A4B6-DB27-0A5B-673293C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378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7918-6C4F-E7C4-26A3-7631B02A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9848E-5DF7-FD34-5CB1-A7C185EB1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7A05-3225-C693-AE14-DA5F676BD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D3ABA-A2EB-0A66-34B6-8D2CCA15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4E782-38F4-45B7-A1FB-327CB9E7AA9A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D4B9-A814-E91F-C0AE-F92106B0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BE72-8D1C-BD33-1530-6FEAF88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27867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7365-C493-C691-DB33-C77A66E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638B-DEA4-B265-A377-ADA8014A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FF7-8C8C-4FEE-4AEF-CD3F244C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54E7-3783-4EFB-9B82-F262DAF07930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6E31-614C-561B-A1FA-7D5DA7AD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C96D-3C0C-6AA8-654E-D5DAEE1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31959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21C4-B89A-3AED-B55D-ECF1F360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E098-5D8D-AE53-C81F-20CB7DCC6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643C-04EE-CB09-A8C8-143C99A6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853C-8CCD-48DE-8C9B-8373371CCD52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DB40-F34C-9760-97CD-3DAE49C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3402-330A-004B-68BD-8B6F191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24928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0980E-7B34-0A4B-28F3-1D1F1A0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898E-2938-DFF2-B38A-24610309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23D1-4543-1D06-E718-4473A9E9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4A644-609C-4D91-A02A-915090FAC2F1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8CC5-BDBD-DFD5-2CD0-4DF165BBB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45D57-1E4C-76B7-617A-31D2DACE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26821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0829-0AE2-B011-A2CF-0EDC00B6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14729-F30E-8048-7AD7-066F3D47A6F3}"/>
              </a:ext>
            </a:extLst>
          </p:cNvPr>
          <p:cNvSpPr txBox="1"/>
          <p:nvPr/>
        </p:nvSpPr>
        <p:spPr>
          <a:xfrm>
            <a:off x="2371167" y="2136338"/>
            <a:ext cx="7877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 sz="5400" dirty="0"/>
              <a:t>Time Management and Deep 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F5404E-A05C-D0F7-265A-893915E2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409429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27637-60B2-1C19-4348-CE842EED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EC81D3-2A6B-7F69-2051-8E66913F637E}"/>
              </a:ext>
            </a:extLst>
          </p:cNvPr>
          <p:cNvGrpSpPr/>
          <p:nvPr/>
        </p:nvGrpSpPr>
        <p:grpSpPr>
          <a:xfrm>
            <a:off x="7495881" y="3631860"/>
            <a:ext cx="820132" cy="2325880"/>
            <a:chOff x="5789964" y="3624143"/>
            <a:chExt cx="820132" cy="23258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67D2A40-51F9-0B8D-8937-E9EC6E2DDA4A}"/>
                </a:ext>
              </a:extLst>
            </p:cNvPr>
            <p:cNvSpPr/>
            <p:nvPr/>
          </p:nvSpPr>
          <p:spPr>
            <a:xfrm>
              <a:off x="5789964" y="3624143"/>
              <a:ext cx="810705" cy="232588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2419C8-2827-DA9F-6D1B-6869CBC816A7}"/>
                </a:ext>
              </a:extLst>
            </p:cNvPr>
            <p:cNvSpPr/>
            <p:nvPr/>
          </p:nvSpPr>
          <p:spPr>
            <a:xfrm>
              <a:off x="5799392" y="3624143"/>
              <a:ext cx="810704" cy="73354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F27AD58-EF1E-E23D-5BB1-1F050709B8C1}"/>
              </a:ext>
            </a:extLst>
          </p:cNvPr>
          <p:cNvSpPr/>
          <p:nvPr/>
        </p:nvSpPr>
        <p:spPr>
          <a:xfrm>
            <a:off x="1243887" y="602939"/>
            <a:ext cx="4132209" cy="734873"/>
          </a:xfrm>
          <a:prstGeom prst="round2DiagRect">
            <a:avLst>
              <a:gd name="adj1" fmla="val 33731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PRE AI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EC3B5C99-AD1C-8938-8C91-1970C264CEB2}"/>
              </a:ext>
            </a:extLst>
          </p:cNvPr>
          <p:cNvSpPr/>
          <p:nvPr/>
        </p:nvSpPr>
        <p:spPr>
          <a:xfrm>
            <a:off x="6804455" y="575453"/>
            <a:ext cx="4132209" cy="734873"/>
          </a:xfrm>
          <a:prstGeom prst="round2DiagRect">
            <a:avLst>
              <a:gd name="adj1" fmla="val 33731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Post AI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9191D0-6846-674B-3863-E7EFCF1094FE}"/>
              </a:ext>
            </a:extLst>
          </p:cNvPr>
          <p:cNvSpPr/>
          <p:nvPr/>
        </p:nvSpPr>
        <p:spPr>
          <a:xfrm>
            <a:off x="1675948" y="2073103"/>
            <a:ext cx="810705" cy="39121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9957C7D-C082-F587-E191-27E8B8E18AA6}"/>
              </a:ext>
            </a:extLst>
          </p:cNvPr>
          <p:cNvSpPr/>
          <p:nvPr/>
        </p:nvSpPr>
        <p:spPr>
          <a:xfrm>
            <a:off x="2797737" y="2162658"/>
            <a:ext cx="480767" cy="37330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1403A-DECA-1BB6-A52B-6A3534B105B3}"/>
              </a:ext>
            </a:extLst>
          </p:cNvPr>
          <p:cNvSpPr txBox="1"/>
          <p:nvPr/>
        </p:nvSpPr>
        <p:spPr>
          <a:xfrm>
            <a:off x="3278504" y="3429000"/>
            <a:ext cx="209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Task oriented technical work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1E52D7-B3EB-5285-B099-11ECF7F29125}"/>
              </a:ext>
            </a:extLst>
          </p:cNvPr>
          <p:cNvSpPr/>
          <p:nvPr/>
        </p:nvSpPr>
        <p:spPr>
          <a:xfrm>
            <a:off x="7505308" y="2045616"/>
            <a:ext cx="810705" cy="16706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E25A06B-903A-2448-028C-1AC81C3FE0D4}"/>
              </a:ext>
            </a:extLst>
          </p:cNvPr>
          <p:cNvSpPr/>
          <p:nvPr/>
        </p:nvSpPr>
        <p:spPr>
          <a:xfrm>
            <a:off x="8402426" y="2145097"/>
            <a:ext cx="480767" cy="14048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32BBA-990C-3A53-8DE0-95C9ED50A7A3}"/>
              </a:ext>
            </a:extLst>
          </p:cNvPr>
          <p:cNvSpPr txBox="1"/>
          <p:nvPr/>
        </p:nvSpPr>
        <p:spPr>
          <a:xfrm>
            <a:off x="8870559" y="2501963"/>
            <a:ext cx="2493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Smart AI Assisted tech work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C4D0C0E-9E26-F2D6-7231-84890A4D7069}"/>
              </a:ext>
            </a:extLst>
          </p:cNvPr>
          <p:cNvSpPr/>
          <p:nvPr/>
        </p:nvSpPr>
        <p:spPr>
          <a:xfrm>
            <a:off x="8402426" y="3645585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86A9AD-CFDF-45E8-FBC3-7DF9A69FEA94}"/>
              </a:ext>
            </a:extLst>
          </p:cNvPr>
          <p:cNvSpPr/>
          <p:nvPr/>
        </p:nvSpPr>
        <p:spPr>
          <a:xfrm>
            <a:off x="7505308" y="3649921"/>
            <a:ext cx="810704" cy="7335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9D08E-84DB-3A10-1759-A1029B016951}"/>
              </a:ext>
            </a:extLst>
          </p:cNvPr>
          <p:cNvSpPr txBox="1"/>
          <p:nvPr/>
        </p:nvSpPr>
        <p:spPr>
          <a:xfrm>
            <a:off x="8969606" y="3552468"/>
            <a:ext cx="29136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Business and product contribution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70D29E-3D5F-8554-67E2-C0749687E913}"/>
              </a:ext>
            </a:extLst>
          </p:cNvPr>
          <p:cNvSpPr/>
          <p:nvPr/>
        </p:nvSpPr>
        <p:spPr>
          <a:xfrm>
            <a:off x="7505308" y="4385211"/>
            <a:ext cx="810704" cy="73354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D395B82-6B4A-3B7C-CE1F-BCD429ECBE1A}"/>
              </a:ext>
            </a:extLst>
          </p:cNvPr>
          <p:cNvSpPr/>
          <p:nvPr/>
        </p:nvSpPr>
        <p:spPr>
          <a:xfrm>
            <a:off x="8381412" y="4409156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E8ECF-C486-723E-64F0-786C09649AE3}"/>
              </a:ext>
            </a:extLst>
          </p:cNvPr>
          <p:cNvSpPr txBox="1"/>
          <p:nvPr/>
        </p:nvSpPr>
        <p:spPr>
          <a:xfrm>
            <a:off x="8890460" y="4547263"/>
            <a:ext cx="2060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Creative 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39441-1471-04CC-3E6A-52F75F52D6A3}"/>
              </a:ext>
            </a:extLst>
          </p:cNvPr>
          <p:cNvSpPr/>
          <p:nvPr/>
        </p:nvSpPr>
        <p:spPr>
          <a:xfrm>
            <a:off x="7495881" y="5115787"/>
            <a:ext cx="810704" cy="7335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DD0BE23-A4AD-802B-4F4B-FB3F527AA795}"/>
              </a:ext>
            </a:extLst>
          </p:cNvPr>
          <p:cNvSpPr/>
          <p:nvPr/>
        </p:nvSpPr>
        <p:spPr>
          <a:xfrm>
            <a:off x="8382982" y="5155445"/>
            <a:ext cx="480767" cy="68131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499C4D-9669-2FCC-AD34-95AD1E132F92}"/>
              </a:ext>
            </a:extLst>
          </p:cNvPr>
          <p:cNvSpPr txBox="1"/>
          <p:nvPr/>
        </p:nvSpPr>
        <p:spPr>
          <a:xfrm>
            <a:off x="8737080" y="5115787"/>
            <a:ext cx="2214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Strategic collaboration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1EDFF-87A8-3D4A-51DE-FEDD05BC378A}"/>
              </a:ext>
            </a:extLst>
          </p:cNvPr>
          <p:cNvSpPr txBox="1"/>
          <p:nvPr/>
        </p:nvSpPr>
        <p:spPr>
          <a:xfrm>
            <a:off x="561828" y="3716266"/>
            <a:ext cx="1073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8 hours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B416C89-B808-FB6C-D4FA-E5EC2796303F}"/>
              </a:ext>
            </a:extLst>
          </p:cNvPr>
          <p:cNvSpPr/>
          <p:nvPr/>
        </p:nvSpPr>
        <p:spPr>
          <a:xfrm>
            <a:off x="1683147" y="2064280"/>
            <a:ext cx="810705" cy="39121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DFF6421C-B375-AA5A-318C-6E9E68DB875B}"/>
              </a:ext>
            </a:extLst>
          </p:cNvPr>
          <p:cNvSpPr/>
          <p:nvPr/>
        </p:nvSpPr>
        <p:spPr>
          <a:xfrm>
            <a:off x="2804936" y="2153835"/>
            <a:ext cx="480767" cy="37330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5256B6-252C-4F4E-5782-3CE02050B846}"/>
              </a:ext>
            </a:extLst>
          </p:cNvPr>
          <p:cNvSpPr txBox="1"/>
          <p:nvPr/>
        </p:nvSpPr>
        <p:spPr>
          <a:xfrm>
            <a:off x="3285703" y="3420177"/>
            <a:ext cx="209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>
                <a:solidFill>
                  <a:srgbClr val="92D050"/>
                </a:solidFill>
              </a:rPr>
              <a:t>Task oriented technical work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919E0-4C99-C15C-3A88-ED1DE5BA2B5D}"/>
              </a:ext>
            </a:extLst>
          </p:cNvPr>
          <p:cNvSpPr txBox="1"/>
          <p:nvPr/>
        </p:nvSpPr>
        <p:spPr>
          <a:xfrm>
            <a:off x="569027" y="3707443"/>
            <a:ext cx="1073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8 hours</a:t>
            </a:r>
          </a:p>
        </p:txBody>
      </p:sp>
    </p:spTree>
    <p:extLst>
      <p:ext uri="{BB962C8B-B14F-4D97-AF65-F5344CB8AC3E}">
        <p14:creationId xmlns:p14="http://schemas.microsoft.com/office/powerpoint/2010/main" val="16469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D6E4C-B999-3BDF-6688-5549997C533C}"/>
              </a:ext>
            </a:extLst>
          </p:cNvPr>
          <p:cNvSpPr txBox="1"/>
          <p:nvPr/>
        </p:nvSpPr>
        <p:spPr>
          <a:xfrm>
            <a:off x="2371167" y="2136338"/>
            <a:ext cx="7877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 sz="5400"/>
              <a:t>Understanding Psychology of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7BC6C-9430-DC70-7C6C-29D590C6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19065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AD99-0BBD-0C9E-249D-C2596CDF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7AED8B-C440-F449-3EF0-082F46E18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94BCAE4-CBFC-E0EB-6D8B-52FB8833AA5D}"/>
              </a:ext>
            </a:extLst>
          </p:cNvPr>
          <p:cNvGrpSpPr/>
          <p:nvPr/>
        </p:nvGrpSpPr>
        <p:grpSpPr>
          <a:xfrm>
            <a:off x="350195" y="393967"/>
            <a:ext cx="11527820" cy="12928061"/>
            <a:chOff x="350195" y="393967"/>
            <a:chExt cx="11527820" cy="12928061"/>
          </a:xfrm>
        </p:grpSpPr>
        <p:pic>
          <p:nvPicPr>
            <p:cNvPr id="17" name="Picture 16" descr="A cartoon of a person lying on a lounge chair&#10;&#10;AI-generated content may be incorrect.">
              <a:extLst>
                <a:ext uri="{FF2B5EF4-FFF2-40B4-BE49-F238E27FC236}">
                  <a16:creationId xmlns:a16="http://schemas.microsoft.com/office/drawing/2014/main" id="{B732866F-D8EC-5B84-9AAB-90FAFED53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405" y="393967"/>
              <a:ext cx="11491610" cy="6464031"/>
            </a:xfrm>
            <a:prstGeom prst="rect">
              <a:avLst/>
            </a:prstGeom>
          </p:spPr>
        </p:pic>
        <p:pic>
          <p:nvPicPr>
            <p:cNvPr id="18" name="Picture 17" descr="Cartoon of a person sitting in a chair&#10;&#10;AI-generated content may be incorrect.">
              <a:extLst>
                <a:ext uri="{FF2B5EF4-FFF2-40B4-BE49-F238E27FC236}">
                  <a16:creationId xmlns:a16="http://schemas.microsoft.com/office/drawing/2014/main" id="{5AF936AF-7A9C-24FD-AE68-CC88B2822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50195" y="6857998"/>
              <a:ext cx="11491609" cy="646403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69F313-C250-B809-9D6E-4AF07A1B4DB8}"/>
              </a:ext>
            </a:extLst>
          </p:cNvPr>
          <p:cNvSpPr txBox="1"/>
          <p:nvPr/>
        </p:nvSpPr>
        <p:spPr>
          <a:xfrm>
            <a:off x="887104" y="545011"/>
            <a:ext cx="1774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Day 1</a:t>
            </a:r>
            <a:endParaRPr lang="en-IN" sz="4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507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5069-9E46-1CC0-F830-092F42D2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C8B857F-1410-5EB2-5DAE-AF7FA4616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685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FC75A72-738E-6D41-5238-CCEB374C9171}"/>
              </a:ext>
            </a:extLst>
          </p:cNvPr>
          <p:cNvGrpSpPr/>
          <p:nvPr/>
        </p:nvGrpSpPr>
        <p:grpSpPr>
          <a:xfrm rot="10800000">
            <a:off x="350195" y="393967"/>
            <a:ext cx="11527820" cy="12928061"/>
            <a:chOff x="350195" y="393967"/>
            <a:chExt cx="11527820" cy="12928061"/>
          </a:xfrm>
        </p:grpSpPr>
        <p:pic>
          <p:nvPicPr>
            <p:cNvPr id="17" name="Picture 16" descr="A cartoon of a person lying on a lounge chair&#10;&#10;AI-generated content may be incorrect.">
              <a:extLst>
                <a:ext uri="{FF2B5EF4-FFF2-40B4-BE49-F238E27FC236}">
                  <a16:creationId xmlns:a16="http://schemas.microsoft.com/office/drawing/2014/main" id="{0A3D0731-42C5-E21D-CDC7-C28155A68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405" y="393967"/>
              <a:ext cx="11491610" cy="6464031"/>
            </a:xfrm>
            <a:prstGeom prst="rect">
              <a:avLst/>
            </a:prstGeom>
          </p:spPr>
        </p:pic>
        <p:pic>
          <p:nvPicPr>
            <p:cNvPr id="18" name="Picture 17" descr="Cartoon of a person sitting in a chair&#10;&#10;AI-generated content may be incorrect.">
              <a:extLst>
                <a:ext uri="{FF2B5EF4-FFF2-40B4-BE49-F238E27FC236}">
                  <a16:creationId xmlns:a16="http://schemas.microsoft.com/office/drawing/2014/main" id="{37CA65B7-5312-EADD-D57D-9D8EA7D5D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50195" y="6857998"/>
              <a:ext cx="11491609" cy="646403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CBCADCE-CF37-45E6-E366-69F40415D399}"/>
              </a:ext>
            </a:extLst>
          </p:cNvPr>
          <p:cNvSpPr txBox="1"/>
          <p:nvPr/>
        </p:nvSpPr>
        <p:spPr>
          <a:xfrm>
            <a:off x="887104" y="545011"/>
            <a:ext cx="1774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Day 7</a:t>
            </a:r>
            <a:endParaRPr lang="en-IN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1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1132-A401-6572-76FD-83E536AE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artoon of a person wearing headphones&#10;&#10;AI-generated content may be incorrect.">
            <a:extLst>
              <a:ext uri="{FF2B5EF4-FFF2-40B4-BE49-F238E27FC236}">
                <a16:creationId xmlns:a16="http://schemas.microsoft.com/office/drawing/2014/main" id="{C4CC5649-7056-06BE-4AF8-1096EC89E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8939E-BD10-86A3-43E4-93A97464B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0311" y="856034"/>
            <a:ext cx="2623538" cy="172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64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26C0-57E9-93AD-4479-CEBFD527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579F8-3B6B-C6A7-7066-9CC71C6B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pic>
        <p:nvPicPr>
          <p:cNvPr id="7" name="Picture 6" descr="A cartoon of a person holding a clock&#10;&#10;AI-generated content may be incorrect.">
            <a:extLst>
              <a:ext uri="{FF2B5EF4-FFF2-40B4-BE49-F238E27FC236}">
                <a16:creationId xmlns:a16="http://schemas.microsoft.com/office/drawing/2014/main" id="{26246E48-5953-A15F-94A1-14AB3B11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75" y="1547779"/>
            <a:ext cx="5643664" cy="37624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3AB427-8A52-72A3-33A3-FA125383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2462" y="1547779"/>
            <a:ext cx="5643662" cy="376244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9021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AA38-3068-5DE9-B102-E5216478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7DF9F-496E-90D4-8B6D-CFC9B14C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512BF-B20F-A12A-47E8-3E3C655476E4}"/>
              </a:ext>
            </a:extLst>
          </p:cNvPr>
          <p:cNvSpPr txBox="1"/>
          <p:nvPr/>
        </p:nvSpPr>
        <p:spPr>
          <a:xfrm>
            <a:off x="1531015" y="2548916"/>
            <a:ext cx="91299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You cannot expand time</a:t>
            </a:r>
          </a:p>
          <a:p>
            <a:pPr algn="ctr"/>
            <a:r>
              <a:rPr lang="en-US" sz="4400">
                <a:solidFill>
                  <a:schemeClr val="bg1"/>
                </a:solidFill>
              </a:rPr>
              <a:t>But only expand your presence in it.</a:t>
            </a:r>
          </a:p>
        </p:txBody>
      </p:sp>
      <p:pic>
        <p:nvPicPr>
          <p:cNvPr id="6" name="Picture 5" descr="A yellow quote symbol on a black background&#10;&#10;AI-generated content may be incorrect.">
            <a:extLst>
              <a:ext uri="{FF2B5EF4-FFF2-40B4-BE49-F238E27FC236}">
                <a16:creationId xmlns:a16="http://schemas.microsoft.com/office/drawing/2014/main" id="{8F2AAA23-634B-7CC6-8BE0-0F656C5BC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8" y="1454253"/>
            <a:ext cx="742604" cy="544400"/>
          </a:xfrm>
          <a:prstGeom prst="rect">
            <a:avLst/>
          </a:prstGeom>
        </p:spPr>
      </p:pic>
      <p:pic>
        <p:nvPicPr>
          <p:cNvPr id="7" name="Picture 6" descr="A yellow quote symbol on a black background&#10;&#10;AI-generated content may be incorrect.">
            <a:extLst>
              <a:ext uri="{FF2B5EF4-FFF2-40B4-BE49-F238E27FC236}">
                <a16:creationId xmlns:a16="http://schemas.microsoft.com/office/drawing/2014/main" id="{DD7D86BD-B9C2-3ABD-1E36-47D376A8B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2862">
            <a:off x="5724698" y="4779790"/>
            <a:ext cx="742604" cy="5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94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3974-F10C-05CD-6565-13DB9F8A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EF2368-FC65-F21B-CF33-C1815CA4F680}"/>
              </a:ext>
            </a:extLst>
          </p:cNvPr>
          <p:cNvSpPr txBox="1"/>
          <p:nvPr/>
        </p:nvSpPr>
        <p:spPr>
          <a:xfrm>
            <a:off x="1733665" y="2551837"/>
            <a:ext cx="8724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rgbClr val="33CC33"/>
                </a:solidFill>
                <a:latin typeface="Saira Medium" pitchFamily="2" charset="0"/>
                <a:cs typeface="Kanit" pitchFamily="2" charset="-34"/>
              </a:defRPr>
            </a:lvl1pPr>
          </a:lstStyle>
          <a:p>
            <a:r>
              <a:rPr lang="en-IN"/>
              <a:t>Art of getting more time : Attention and Energy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8396C-ECF6-5773-7780-2098C1F7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Codebasics INC</a:t>
            </a:r>
          </a:p>
        </p:txBody>
      </p:sp>
    </p:spTree>
    <p:extLst>
      <p:ext uri="{BB962C8B-B14F-4D97-AF65-F5344CB8AC3E}">
        <p14:creationId xmlns:p14="http://schemas.microsoft.com/office/powerpoint/2010/main" val="288056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Design.pptx" id="{D9F28F51-CB74-4F1C-9C09-54F1F0D7627F}" vid="{C1347C5B-2E4E-4924-9724-D6019BAC9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6" ma:contentTypeDescription="Create a new document." ma:contentTypeScope="" ma:versionID="11c21a630705b749e32ac74b3ca127b1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c7c0439d998ea6ee45f099d0eaaecabb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uska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uskan" ma:index="23" nillable="true" ma:displayName="Muskan" ma:format="Thumbnail" ma:internalName="Muskan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a4b99c-9b0e-4f59-aa2a-8b6a3de16c94">
      <Terms xmlns="http://schemas.microsoft.com/office/infopath/2007/PartnerControls"/>
    </lcf76f155ced4ddcb4097134ff3c332f>
    <Muskan xmlns="b8a4b99c-9b0e-4f59-aa2a-8b6a3de16c94" xsi:nil="true"/>
    <TaxCatchAll xmlns="eb6d4c3c-27e6-40f7-a5be-c2d429b5cb83" xsi:nil="true"/>
  </documentManagement>
</p:properties>
</file>

<file path=customXml/itemProps1.xml><?xml version="1.0" encoding="utf-8"?>
<ds:datastoreItem xmlns:ds="http://schemas.openxmlformats.org/officeDocument/2006/customXml" ds:itemID="{FC944192-84AC-452C-856B-180F90F0F7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8B2C28-4BF2-4561-99C9-DBC2B44C2CAE}">
  <ds:schemaRefs>
    <ds:schemaRef ds:uri="b8a4b99c-9b0e-4f59-aa2a-8b6a3de16c94"/>
    <ds:schemaRef ds:uri="eb6d4c3c-27e6-40f7-a5be-c2d429b5cb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DA88A9-AE17-4A12-B026-CC80894F6591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b8a4b99c-9b0e-4f59-aa2a-8b6a3de16c94"/>
    <ds:schemaRef ds:uri="eb6d4c3c-27e6-40f7-a5be-c2d429b5cb83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Design</Template>
  <TotalTime>1</TotalTime>
  <Words>223</Words>
  <Application>Microsoft Office PowerPoint</Application>
  <PresentationFormat>Widescreen</PresentationFormat>
  <Paragraphs>49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Patel</dc:creator>
  <cp:lastModifiedBy>Dhaval Patel</cp:lastModifiedBy>
  <cp:revision>1</cp:revision>
  <dcterms:created xsi:type="dcterms:W3CDTF">2024-08-15T17:12:46Z</dcterms:created>
  <dcterms:modified xsi:type="dcterms:W3CDTF">2026-06-19T12:14:08Z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0x010100E9B4783CF63E7D41B69B4E41169D380C</vt:lpwstr>
  </property>
</Properties>
</file>